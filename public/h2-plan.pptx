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292608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9090B"/>
                </a:solidFill>
                <a:latin typeface="Malgun Gothic"/>
              </a:rPr>
              <a:t>2026 하반기 업무 효율화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4F5"/>
                </a:solidFill>
                <a:latin typeface="Malgun Gothic"/>
              </a:rPr>
              <a:t>Google Drive 기반 무료 칸반 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Malgun Gothic"/>
              </a:rPr>
              <a:t>팀 업무 관리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Malgun Gothic"/>
              </a:rPr>
              <a:t>별도 구독 없이, 우리 팀 데이터는 우리 Google Drive에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4F4F5"/>
                </a:solidFill>
                <a:latin typeface="Malgun Gothic"/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Malgun Gothic"/>
              </a:rPr>
              <a:t>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566160" cy="3474720"/>
          </a:xfrm>
          <a:prstGeom prst="rect">
            <a:avLst/>
          </a:prstGeom>
          <a:solidFill>
            <a:srgbClr val="18181B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Malgun Gothic"/>
              </a:rPr>
              <a:t>01  이슈 &amp; 니즈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4F5"/>
                </a:solidFill>
                <a:latin typeface="Malgun Gothic"/>
              </a:rPr>
              <a:t>현재의 문제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907792"/>
            <a:ext cx="3236976" cy="18288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Malgun Gothic"/>
              </a:rPr>
              <a:t>팀 업무가 카카오톡·이메일·메모 등에
분산되어 현황 파악이 어렵고,
Jira·Asana 등 유료 툴은 월 구독
비용 부담이 있음.
외부 서버에 데이터를 맡기는 것에
대한 보안 우려도 존재.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2011680"/>
            <a:ext cx="3566160" cy="3474720"/>
          </a:xfrm>
          <a:prstGeom prst="rect">
            <a:avLst/>
          </a:prstGeom>
          <a:solidFill>
            <a:srgbClr val="18181B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2011680"/>
            <a:ext cx="54864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Malgun Gothic"/>
              </a:rPr>
              <a:t>02  구축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4F5"/>
                </a:solidFill>
                <a:latin typeface="Malgun Gothic"/>
              </a:rPr>
              <a:t>TaskGrid 도입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907792"/>
            <a:ext cx="3236976" cy="18288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Malgun Gothic"/>
              </a:rPr>
              <a:t>Google 계정으로 즉시 시작하는
칸반 보드.
모든 데이터는 팀원 본인의
Google Drive에 스프레드시트로 저장.
칸반·간트·팀 현황·AI 회의록 파싱
기능을 무료로 제공.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566160" cy="3474720"/>
          </a:xfrm>
          <a:prstGeom prst="rect">
            <a:avLst/>
          </a:prstGeom>
          <a:solidFill>
            <a:srgbClr val="18181B"/>
          </a:solidFill>
          <a:ln w="6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91856" y="2011680"/>
            <a:ext cx="54864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Malgun Gothic"/>
              </a:rPr>
              <a:t>03  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4F5"/>
                </a:solidFill>
                <a:latin typeface="Malgun Gothic"/>
              </a:rPr>
              <a:t>얻고자 하는 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2907792"/>
            <a:ext cx="3236976" cy="18288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Malgun Gothic"/>
              </a:rPr>
              <a:t>업무 현황을 한 화면에서 시각화하여
보고 시간 절감.
Google Sheets와 양방향 실시간
동기화로 기존 업무 방식 유지.
추가 비용 0원,
데이터 외부 유출 위험 없음.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11274552" cy="777240"/>
          </a:xfrm>
          <a:prstGeom prst="rect">
            <a:avLst/>
          </a:prstGeom>
          <a:solidFill>
            <a:srgbClr val="18181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Malgun Gothic"/>
              </a:rPr>
              <a:t>KEY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852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Malgun Gothic"/>
              </a:rPr>
              <a:t>✓  완전 무료 (구독 불필요)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852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Malgun Gothic"/>
              </a:rPr>
              <a:t>✓  데이터 = 내 Google Drive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852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Malgun Gothic"/>
              </a:rPr>
              <a:t>✓  Google 계정만으로 즉시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852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Malgun Gothic"/>
              </a:rPr>
              <a:t>✓  AI 회의록 → 태스크 자동 변환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5852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Malgun Gothic"/>
              </a:rPr>
              <a:t>✓  별도 설치 없음 (웹 기반)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